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E6EDF3"/>
                </a:solidFill>
                <a:latin typeface="Arial"/>
              </a:rPr>
              <a:t>Shopify + TikTok AI Luxury Resale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Shopify controls the asset. TikTok controls the attention. AI controls the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074920"/>
            <a:ext cx="3520440" cy="9144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074920"/>
            <a:ext cx="64008" cy="91440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39512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UK + Hong Kong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19" y="5074920"/>
            <a:ext cx="3520440" cy="9144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5074920"/>
            <a:ext cx="64008" cy="91440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7" y="5239512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Luxury resale + budget fashion separated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5074920"/>
            <a:ext cx="3520440" cy="91440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58" y="5074920"/>
            <a:ext cx="64008" cy="91440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6" y="5239512"/>
            <a:ext cx="3118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Investor / partner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一頁講晒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呢個唔係普通二手店，而係 AI 一人公司 operating system。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Shopify 做中央產品庫、checkout、proof summary、CRM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TikTok 做短片、直播、廣告、retargeting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AI Agent Team 做 listing、影片、客服、風控、出貨、數據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四層收入模式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Luxury resale cashflow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Budget fashion for old buyers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AI live commerce agency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Future reseller SaaS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UK + HK Market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同一套 OS，兩個市場規則分開。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UK: GBP, Shopify UK, TikTok Shop UK, tracked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HK: HKD, Shopify HK, IG/WhatsApp/Carousell support, SF 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客服語言、付款、物流、條款分開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Shopify Main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Shopify 係資產基地。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SKU、價錢、庫存、proof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Luxury / budget collection 分開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UK/HK currency 分開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弱 proof luxury item 只可以 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TikTok Main Growth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TikTok 係流量同直播成交引擎。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每件貨生成 hooks、script、caption、hashtags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直播前中後都有流程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TikTok ads + events 做 retargeting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TikTok Shop API 要等官方 approval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Proof Pack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Trust business 要用證據保護。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Source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Receipt / chat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Serial/code 如有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Detail + flaw photos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Packing video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Tracking / payment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Proof Score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Proof 弱就唔可以推 luxury。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Strong: publish + promote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Medium: list carefully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Weak: manual review / draft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No proof: block luxury publishing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Video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一件貨變成 10-20 條內容。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Product detail clip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Close-up / flaw clip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Styling clip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Proof/trust clip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Live preview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Ad angle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AI Live 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直播唔係亂講，係流程化。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Before live: trailer、VIP preview、proof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During live: host script、close-up、Q&amp;A capture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After live: highlights、CRM follow-up、risk record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Old Buyer +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舊客係資產，但要分層。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Luxury 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Budget buyer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VIP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Live viewer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Risk buyer excluded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Only contact with marketing consent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Discord + Snapchat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輔助 channel，唔係主店。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Discord: VIP drops、proof education、live reminder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Snapchat: budget fashion story ads、youth discovery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流量最後要返 TikTok / Shopify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Fake-Claim Defence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用 records 回應，唔用情緒爭拗。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保存 listing、相、proof pack、packing video、tracking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Refund / fake claim / chargeback 一律 founder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Return item matching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AI Agent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一個 founder，多個 AI operator。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2743200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907792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Shopify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TikTok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740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858768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4023360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974336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974336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138928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4974336"/>
            <a:ext cx="34290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4974336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5138928"/>
            <a:ext cx="30266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Live 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90-Day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由 prototype 去 repeatable machine。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Days 1-30: proof DB + Shopify hub + TikTok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Days 31-60: live drops + CRM + event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Days 61-90: partner pilot + agency offer +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8A45D"/>
                </a:solidFill>
                <a:latin typeface="Arial"/>
              </a:rPr>
              <a:t>SHOPIFY + TIKTOK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B949E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955279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6EDF3"/>
                </a:solidFill>
                <a:latin typeface="Arial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8288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8B949E"/>
                </a:solidFill>
                <a:latin typeface="Arial"/>
              </a:rPr>
              <a:t>先用安全版本交付，再接真 API。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HTML deck 可直接展示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743200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2743200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07792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SAFE PPTX 可用 PowerPoint 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858768"/>
            <a:ext cx="64008" cy="868680"/>
          </a:xfrm>
          <a:prstGeom prst="rect">
            <a:avLst/>
          </a:prstGeom>
          <a:solidFill>
            <a:srgbClr val="C8A45D"/>
          </a:solidFill>
          <a:ln>
            <a:solidFill>
              <a:srgbClr val="C8A4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下一步接 Shopify API + OpenAI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858768"/>
            <a:ext cx="5257800" cy="868680"/>
          </a:xfrm>
          <a:prstGeom prst="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858768"/>
            <a:ext cx="64008" cy="868680"/>
          </a:xfrm>
          <a:prstGeom prst="rect">
            <a:avLst/>
          </a:prstGeom>
          <a:solidFill>
            <a:srgbClr val="3FB950"/>
          </a:solidFill>
          <a:ln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023360"/>
            <a:ext cx="4855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6EDF3"/>
                </a:solidFill>
                <a:latin typeface="Arial"/>
              </a:rPr>
              <a:t>TikTok Shop API 等官方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